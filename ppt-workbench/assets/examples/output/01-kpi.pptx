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Synthetic input. Review: 12%增幅与4个百分点差距正确；不编造回款偏低原因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11861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2800" b="1" dirty="0">
                <a:solidFill>
                  <a:srgbClr val="20272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三季度收入增长12%，回款率仍低于目标</a:t>
            </a:r>
            <a:endParaRPr lang="zh-CN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408176"/>
            <a:ext cx="1118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1500" dirty="0">
                <a:solidFill>
                  <a:srgbClr val="55616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经营指标 / 合成数据 / 金额单位：万元</a:t>
            </a:r>
            <a:endParaRPr lang="zh-CN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73952"/>
            <a:ext cx="1091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1000" dirty="0">
                <a:solidFill>
                  <a:srgbClr val="55616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合成评测数据；收入同比=(1120-1000)/1000</a:t>
            </a:r>
            <a:endParaRPr lang="zh-CN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597640" y="6473952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1000" dirty="0">
                <a:solidFill>
                  <a:srgbClr val="55616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</a:t>
            </a:r>
            <a:endParaRPr lang="zh-CN" sz="1000" dirty="0"/>
          </a:p>
        </p:txBody>
      </p:sp>
      <p:sp>
        <p:nvSpPr>
          <p:cNvPr id="7" name="Shape 4"/>
          <p:cNvSpPr/>
          <p:nvPr/>
        </p:nvSpPr>
        <p:spPr>
          <a:xfrm>
            <a:off x="502920" y="2103120"/>
            <a:ext cx="3558032" cy="2514600"/>
          </a:xfrm>
          <a:prstGeom prst="rect">
            <a:avLst/>
          </a:prstGeom>
          <a:solidFill>
            <a:srgbClr val="F1F5F4"/>
          </a:solidFill>
          <a:ln w="6350">
            <a:solidFill>
              <a:srgbClr val="F1F5F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67512" y="2249424"/>
            <a:ext cx="3228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1500" dirty="0">
                <a:solidFill>
                  <a:srgbClr val="55616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本期收入</a:t>
            </a:r>
            <a:endParaRPr lang="zh-CN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67512" y="2798064"/>
            <a:ext cx="3228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3200" b="1" dirty="0">
                <a:solidFill>
                  <a:srgbClr val="007F7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1120</a:t>
            </a:r>
            <a:endParaRPr lang="zh-CN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667512" y="3602736"/>
            <a:ext cx="3228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1500" dirty="0">
                <a:solidFill>
                  <a:srgbClr val="20272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万元；合成数据</a:t>
            </a:r>
            <a:endParaRPr lang="zh-CN" sz="1500" dirty="0"/>
          </a:p>
        </p:txBody>
      </p:sp>
      <p:sp>
        <p:nvSpPr>
          <p:cNvPr id="11" name="Shape 8"/>
          <p:cNvSpPr/>
          <p:nvPr/>
        </p:nvSpPr>
        <p:spPr>
          <a:xfrm>
            <a:off x="4316984" y="2103120"/>
            <a:ext cx="3558032" cy="2514600"/>
          </a:xfrm>
          <a:prstGeom prst="rect">
            <a:avLst/>
          </a:prstGeom>
          <a:solidFill>
            <a:srgbClr val="F1F5F4"/>
          </a:solidFill>
          <a:ln w="6350">
            <a:solidFill>
              <a:srgbClr val="F1F5F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481576" y="2249424"/>
            <a:ext cx="3228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1500" dirty="0">
                <a:solidFill>
                  <a:srgbClr val="55616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收入同比</a:t>
            </a:r>
            <a:endParaRPr lang="zh-CN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481576" y="2798064"/>
            <a:ext cx="3228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3200" b="1" dirty="0">
                <a:solidFill>
                  <a:srgbClr val="007F7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12%</a:t>
            </a:r>
            <a:endParaRPr lang="zh-CN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4481576" y="3602736"/>
            <a:ext cx="3228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1500" dirty="0">
                <a:solidFill>
                  <a:srgbClr val="20272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基期 1000 万元</a:t>
            </a:r>
            <a:endParaRPr lang="zh-CN" sz="1500" dirty="0"/>
          </a:p>
        </p:txBody>
      </p:sp>
      <p:sp>
        <p:nvSpPr>
          <p:cNvPr id="15" name="Shape 12"/>
          <p:cNvSpPr/>
          <p:nvPr/>
        </p:nvSpPr>
        <p:spPr>
          <a:xfrm>
            <a:off x="8131048" y="2103120"/>
            <a:ext cx="3558032" cy="2514600"/>
          </a:xfrm>
          <a:prstGeom prst="rect">
            <a:avLst/>
          </a:prstGeom>
          <a:solidFill>
            <a:srgbClr val="F1F5F4"/>
          </a:solidFill>
          <a:ln w="6350">
            <a:solidFill>
              <a:srgbClr val="F1F5F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95640" y="2249424"/>
            <a:ext cx="3228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1500" dirty="0">
                <a:solidFill>
                  <a:srgbClr val="55616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回款率</a:t>
            </a:r>
            <a:endParaRPr lang="zh-CN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8295640" y="2798064"/>
            <a:ext cx="3228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3200" b="1" dirty="0">
                <a:solidFill>
                  <a:srgbClr val="007F7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86%</a:t>
            </a:r>
            <a:endParaRPr lang="zh-CN" sz="3200" dirty="0"/>
          </a:p>
        </p:txBody>
      </p:sp>
      <p:sp>
        <p:nvSpPr>
          <p:cNvPr id="18" name="Text 15"/>
          <p:cNvSpPr txBox="1"/>
          <p:nvPr/>
        </p:nvSpPr>
        <p:spPr>
          <a:xfrm>
            <a:off x="8295640" y="3602736"/>
            <a:ext cx="3228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1500" dirty="0">
                <a:solidFill>
                  <a:srgbClr val="20272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低于目标 4 个百分点</a:t>
            </a:r>
            <a:endParaRPr lang="zh-CN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502920" y="5166360"/>
            <a:ext cx="1118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2100" b="1" dirty="0">
                <a:solidFill>
                  <a:srgbClr val="20272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待核实：回款缺口的账龄分布及成因。</a:t>
            </a:r>
            <a:endParaRPr lang="zh-CN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 Unicode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 Unicode M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Native editable PowerPoint</dc:subject>
  <dc:creator>ppt-generate</dc:creator>
  <cp:lastModifiedBy>ppt-generate</cp:lastModifiedBy>
  <cp:revision>1</cp:revision>
  <dcterms:created xsi:type="dcterms:W3CDTF">2026-09-08T07:34:06Z</dcterms:created>
  <dcterms:modified xsi:type="dcterms:W3CDTF">2026-09-08T07:34:06Z</dcterms:modified>
</cp:coreProperties>
</file>