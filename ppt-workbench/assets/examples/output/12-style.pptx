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目标</c:v>
                </c:pt>
              </c:strCache>
            </c:strRef>
          </c:tx>
          <c:spPr>
            <a:solidFill>
              <a:srgbClr val="32629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华东</c:v>
                  </c:pt>
                  <c:pt idx="1">
                    <c:v>华北</c:v>
                  </c:pt>
                  <c:pt idx="2">
                    <c:v>华南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</c:v>
                </c:pt>
                <c:pt idx="1">
                  <c:v>300</c:v>
                </c:pt>
                <c:pt idx="2">
                  <c:v>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</c:v>
                </c:pt>
              </c:strCache>
            </c:strRef>
          </c:tx>
          <c:spPr>
            <a:solidFill>
              <a:srgbClr val="AB4057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华东</c:v>
                  </c:pt>
                  <c:pt idx="1">
                    <c:v>华北</c:v>
                  </c:pt>
                  <c:pt idx="2">
                    <c:v>华南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440</c:v>
                </c:pt>
                <c:pt idx="1">
                  <c:v>270</c:v>
                </c:pt>
                <c:pt idx="2">
                  <c:v>255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2728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5.99999999999994"/>
          <c:min val="0"/>
        </c:scaling>
        <c:delete val="0"/>
        <c:axPos val="l"/>
        <c:majorGridlines>
          <c:spPr>
            <a:ln w="12700" cap="flat">
              <a:solidFill>
                <a:srgbClr val="D5DF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 Unicode MS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 Unicode MS"/>
                  </a:rPr>
                  <a:t>万元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165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input. Review: 只改变主题参数，不混入参考内容；不宣称原位母版迁移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同一组目标数据使用不同配色，事实保持不变</a:t>
            </a:r>
            <a:endParaRPr lang="zh-CN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08176"/>
            <a:ext cx="1118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配色参考迁移 / 包内显式主题参数，不含任意母版复用</a:t>
            </a:r>
            <a:endParaRPr lang="zh-CN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091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与目标对比样例相同的合成数据</a:t>
            </a:r>
            <a:endParaRPr lang="zh-CN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97640" y="64739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103120"/>
          <a:ext cx="11186160" cy="34930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5760720"/>
            <a:ext cx="1118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7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合计完成率96.5%；区域差异需结合各区域口径继续分析。</a:t>
            </a:r>
            <a:endParaRPr lang="zh-CN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Native editable PowerPoint</dc:subject>
  <dc:creator>ppt-generate</dc:creator>
  <cp:lastModifiedBy>ppt-generate</cp:lastModifiedBy>
  <cp:revision>1</cp:revision>
  <dcterms:created xsi:type="dcterms:W3CDTF">2026-09-08T07:34:06Z</dcterms:created>
  <dcterms:modified xsi:type="dcterms:W3CDTF">2026-09-08T07:34:06Z</dcterms:modified>
</cp:coreProperties>
</file>