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目标</c:v>
                </c:pt>
              </c:strCache>
            </c:strRef>
          </c:tx>
          <c:spPr>
            <a:solidFill>
              <a:srgbClr val="007F7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华东</c:v>
                  </c:pt>
                  <c:pt idx="1">
                    <c:v>华北</c:v>
                  </c:pt>
                  <c:pt idx="2">
                    <c:v>华南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300</c:v>
                </c:pt>
                <c:pt idx="2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C5485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华东</c:v>
                  </c:pt>
                  <c:pt idx="1">
                    <c:v>华北</c:v>
                  </c:pt>
                  <c:pt idx="2">
                    <c:v>华南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440</c:v>
                </c:pt>
                <c:pt idx="1">
                  <c:v>270</c:v>
                </c:pt>
                <c:pt idx="2">
                  <c:v>255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728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5.99999999999994"/>
          <c:min val="0"/>
        </c:scaling>
        <c:delete val="0"/>
        <c:axPos val="l"/>
        <c:majorGridlines>
          <c:spPr>
            <a:ln w="12700" cap="flat">
              <a:solidFill>
                <a:srgbClr val="D5DF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 Unicode MS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 Unicode MS"/>
                  </a:rPr>
                  <a:t>万元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165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分组柱图含两序列；不将总量口径与第一例混用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华东超额完成目标，华北与华南仍有缺口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区域目标与实际 / 合成数据 / 单位：万元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合成区域销售；目标合计1000，实际合计965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103120"/>
          <a:ext cx="1118616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760720"/>
            <a:ext cx="1118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7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合计完成率96.5%；区域差异需结合各区域口径继续分析。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