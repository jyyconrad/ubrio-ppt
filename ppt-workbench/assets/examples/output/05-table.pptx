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真实单元格；中文换行和状态区分清晰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三项项目中两项按期，一项等待验收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项目交付状态 / 合成示例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合成项目记录；日期不是外部承诺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6160" cy="4151376"/>
        </p:xfrm>
        <a:graphic>
          <a:graphicData uri="http://schemas.openxmlformats.org/drawingml/2006/table">
            <a:tbl>
              <a:tblPr/>
              <a:tblGrid>
                <a:gridCol w="2796540"/>
                <a:gridCol w="2796540"/>
                <a:gridCol w="2796540"/>
                <a:gridCol w="2796540"/>
              </a:tblGrid>
              <a:tr h="473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项目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计划日期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当前状态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待办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78"/>
                    </a:solidFill>
                  </a:tcPr>
                </a:tc>
              </a:tr>
              <a:tr h="473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华东项目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9月10日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按期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提交交付清单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473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华北项目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9月15日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按期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确认培训时间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32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华南项目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9月18日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待验收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0272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确认验收安排</a:t>
                      </a:r>
                      <a:endParaRPr lang="en-US" sz="18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6200" marR="76200" marT="76200" marB="76200" anchor="mid">
                    <a:lnL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