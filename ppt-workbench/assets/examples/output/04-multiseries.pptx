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线上</c:v>
                </c:pt>
              </c:strCache>
            </c:strRef>
          </c:tx>
          <c:spPr>
            <a:solidFill>
              <a:srgbClr val="007F78"/>
            </a:solidFill>
            <a:ln w="31750" cap="flat">
              <a:solidFill>
                <a:srgbClr val="007F78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F78"/>
              </a:solidFill>
              <a:ln w="9525" cap="flat">
                <a:solidFill>
                  <a:srgbClr val="007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140</c:v>
                </c:pt>
                <c:pt idx="2">
                  <c:v>175</c:v>
                </c:pt>
                <c:pt idx="3">
                  <c:v>210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门店</c:v>
                </c:pt>
              </c:strCache>
            </c:strRef>
          </c:tx>
          <c:spPr>
            <a:solidFill>
              <a:srgbClr val="C5485A"/>
            </a:solidFill>
            <a:ln w="31750" cap="flat">
              <a:solidFill>
                <a:srgbClr val="C5485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5485A"/>
              </a:solidFill>
              <a:ln w="9525" cap="flat">
                <a:solidFill>
                  <a:srgbClr val="C548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</c:v>
                </c:pt>
                <c:pt idx="1">
                  <c:v>230</c:v>
                </c:pt>
                <c:pt idx="2">
                  <c:v>240</c:v>
                </c:pt>
                <c:pt idx="3">
                  <c:v>250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728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7.5"/>
          <c:min val="0"/>
        </c:scaling>
        <c:delete val="0"/>
        <c:axPos val="l"/>
        <c:majorGridlines>
          <c:spPr>
            <a:ln w="12700" cap="flat">
              <a:solidFill>
                <a:srgbClr val="D5DF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 Unicode MS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 Unicode MS"/>
                  </a:rPr>
                  <a:t>万元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165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两条序列可区分，图例与数据一致；坐标轴不误导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线上收入增长快于门店，渠道差距逐季收窄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季度渠道收入 / 合成数据 / 单位：万元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合成渠道数据；线上全年625，门店全年940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103120"/>
          <a:ext cx="1118616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5760720"/>
            <a:ext cx="1118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7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门店减线上差额：期初120万元，期末40万元；尚无原因证据。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2026-09-08T07:47:02Z</dcterms:created>
  <dcterms:modified xsi:type="dcterms:W3CDTF">2026-09-08T07:47:02Z</dcterms:modified>
</cp:coreProperties>
</file>