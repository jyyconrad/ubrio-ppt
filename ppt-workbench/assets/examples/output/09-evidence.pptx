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input. Review: 截图独立图片对象；正文保持可编辑；证据边界明确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示例台账显示：华南项目仍待验收</a:t>
            </a:r>
            <a:endParaRPr lang="zh-CN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08176"/>
            <a:ext cx="1118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证据组合 / 页面截图为合成台账，非真实客户资料</a:t>
            </a:r>
            <a:endParaRPr lang="zh-CN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091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包内合成台账示例的实际PPTX渲染图</a:t>
            </a:r>
            <a:endParaRPr lang="zh-CN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97640" y="64739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000" dirty="0"/>
          </a:p>
        </p:txBody>
      </p:sp>
      <p:pic>
        <p:nvPicPr>
          <p:cNvPr id="7" name="Image 0" descr="Synthetic project register slide; source: 包内合成台账示例的实际PPTX渲染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62854"/>
            <a:ext cx="6812280" cy="38319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35240" y="2286000"/>
            <a:ext cx="405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0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截图对应示例台账中的第三项记</a:t>
            </a:r>
            <a:endParaRPr lang="zh-CN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zh-CN" altLang="en-US" sz="20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录。</a:t>
            </a:r>
            <a:endParaRPr lang="zh-CN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zh-CN" altLang="en-US" sz="20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可确认：当前状态为待验收。</a:t>
            </a:r>
            <a:endParaRPr lang="zh-CN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zh-CN" altLang="en-US" sz="20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不可推出：已延期或客户拒绝验</a:t>
            </a:r>
            <a:endParaRPr lang="zh-CN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zh-CN" altLang="en-US" sz="20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收。</a:t>
            </a:r>
            <a:endParaRPr lang="zh-C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Native editable PowerPoint</dc:subject>
  <dc:creator>ppt-generate</dc:creator>
  <cp:lastModifiedBy>ppt-generate</cp:lastModifiedBy>
  <cp:revision>1</cp:revision>
  <dcterms:created xsi:type="dcterms:W3CDTF">2026-09-08T07:34:06Z</dcterms:created>
  <dcterms:modified xsi:type="dcterms:W3CDTF">2026-09-08T07:34:06Z</dcterms:modified>
</cp:coreProperties>
</file>