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007F78"/>
            </a:solidFill>
            <a:ln w="31750" cap="flat">
              <a:solidFill>
                <a:srgbClr val="007F78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F78"/>
              </a:solidFill>
              <a:ln w="9525" cap="flat">
                <a:solidFill>
                  <a:srgbClr val="007F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一月</c:v>
                  </c:pt>
                  <c:pt idx="1">
                    <c:v>二月</c:v>
                  </c:pt>
                  <c:pt idx="2">
                    <c:v>三月</c:v>
                  </c:pt>
                  <c:pt idx="3">
                    <c:v>四月</c:v>
                  </c:pt>
                  <c:pt idx="4">
                    <c:v>五月</c:v>
                  </c:pt>
                  <c:pt idx="5">
                    <c:v>六月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110</c:v>
                </c:pt>
                <c:pt idx="2">
                  <c:v>125</c:v>
                </c:pt>
                <c:pt idx="3">
                  <c:v>140</c:v>
                </c:pt>
                <c:pt idx="4">
                  <c:v>155</c:v>
                </c:pt>
                <c:pt idx="5">
                  <c:v>180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2728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6.99999999999997"/>
          <c:min val="0"/>
        </c:scaling>
        <c:delete val="0"/>
        <c:axPos val="l"/>
        <c:majorGridlines>
          <c:spPr>
            <a:ln w="12700" cap="flat">
              <a:solidFill>
                <a:srgbClr val="D5DF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 Unicode MS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 Unicode MS"/>
                  </a:rPr>
                  <a:t>万元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165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input. Review: 原生折线图；保留六个类别和全部数值，不推断趋势原因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6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800" b="1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月度收入逐月增长，六月达到180万元</a:t>
            </a:r>
            <a:endParaRPr lang="zh-CN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08176"/>
            <a:ext cx="1118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一至六月收入 / 合成数据</a:t>
            </a:r>
            <a:endParaRPr lang="zh-CN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091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合成月度收入；单位：万元</a:t>
            </a:r>
            <a:endParaRPr lang="zh-CN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97640" y="64739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103120"/>
          <a:ext cx="11186160" cy="34930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5760720"/>
            <a:ext cx="1118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7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六月较一月增加80万元；序列仅说明观察期内的变化。</a:t>
            </a:r>
            <a:endParaRPr lang="zh-CN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Native editable PowerPoint</dc:subject>
  <dc:creator>ppt-generate</dc:creator>
  <cp:lastModifiedBy>ppt-generate</cp:lastModifiedBy>
  <cp:revision>1</cp:revision>
  <dcterms:created xsi:type="dcterms:W3CDTF">2026-09-08T07:34:06Z</dcterms:created>
  <dcterms:modified xsi:type="dcterms:W3CDTF">2026-09-08T07:34:06Z</dcterms:modified>
</cp:coreProperties>
</file>