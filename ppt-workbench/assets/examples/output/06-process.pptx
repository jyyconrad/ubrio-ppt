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顺序明确、连接符原生；正文不越界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试点验证后再推广，先明确验收条件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建议方案 / 合成场景 / 不代表已批准计划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方法示例；节点及责任仅作建议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9224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定义范围</a:t>
            </a:r>
            <a:endParaRPr lang="zh-CN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业务负责人确认对象与验收标准。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054856" y="4032504"/>
            <a:ext cx="237744" cy="292608"/>
          </a:xfrm>
          <a:prstGeom prst="chevron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464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93768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493768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小范围试点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493768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采集效果与异常，记录口径。</a:t>
            </a:r>
            <a:endParaRPr lang="zh-CN" sz="1600" dirty="0"/>
          </a:p>
        </p:txBody>
      </p:sp>
      <p:sp>
        <p:nvSpPr>
          <p:cNvPr id="16" name="Shape 13"/>
          <p:cNvSpPr/>
          <p:nvPr/>
        </p:nvSpPr>
        <p:spPr>
          <a:xfrm>
            <a:off x="7899400" y="4032504"/>
            <a:ext cx="237744" cy="292608"/>
          </a:xfrm>
          <a:prstGeom prst="chevron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92008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8312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338312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评估与推广</a:t>
            </a:r>
            <a:endParaRPr lang="zh-CN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38312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按验收结果决定继续或调整。</a:t>
            </a:r>
            <a:endParaRPr 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