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四象限轴义明确，不将定性分类冒充量化评分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优先处理高影响且近期可完成的事项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行动优先级矩阵 / 合成示例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合成方法场景；优先级需结合实际验证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2103120"/>
            <a:ext cx="5465064" cy="1947672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" y="2267712"/>
            <a:ext cx="513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高影响 / 近期</a:t>
            </a:r>
            <a:endParaRPr lang="zh-CN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2980944"/>
            <a:ext cx="513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先确认验收口径，减少重复返工。</a:t>
            </a:r>
            <a:endParaRPr lang="zh-CN" sz="1600" dirty="0"/>
          </a:p>
        </p:txBody>
      </p:sp>
      <p:sp>
        <p:nvSpPr>
          <p:cNvPr id="10" name="Shape 7"/>
          <p:cNvSpPr/>
          <p:nvPr/>
        </p:nvSpPr>
        <p:spPr>
          <a:xfrm>
            <a:off x="6224016" y="2103120"/>
            <a:ext cx="5465064" cy="1947672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8608" y="2267712"/>
            <a:ext cx="513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C548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高影响 / 后续</a:t>
            </a:r>
            <a:endParaRPr lang="zh-CN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88608" y="2980944"/>
            <a:ext cx="513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跨部门数据治理需要共同排期。</a:t>
            </a:r>
            <a:endParaRPr lang="zh-CN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4306824"/>
            <a:ext cx="5465064" cy="1947672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" y="4471416"/>
            <a:ext cx="513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低影响 / 近期</a:t>
            </a:r>
            <a:endParaRPr lang="zh-CN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5184648"/>
            <a:ext cx="513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统一常用资料命名与归档。</a:t>
            </a:r>
            <a:endParaRPr lang="zh-CN" sz="1600" dirty="0"/>
          </a:p>
        </p:txBody>
      </p:sp>
      <p:sp>
        <p:nvSpPr>
          <p:cNvPr id="16" name="Shape 13"/>
          <p:cNvSpPr/>
          <p:nvPr/>
        </p:nvSpPr>
        <p:spPr>
          <a:xfrm>
            <a:off x="6224016" y="4306824"/>
            <a:ext cx="5465064" cy="1947672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88608" y="4471416"/>
            <a:ext cx="513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C548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低影响 / 后续</a:t>
            </a:r>
            <a:endParaRPr lang="zh-CN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88608" y="5184648"/>
            <a:ext cx="513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评估辅助功能，暂不抢占主线资源。</a:t>
            </a:r>
            <a:endParaRPr lang="zh-C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