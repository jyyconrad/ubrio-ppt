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input. Review: 不使用超小字号，所有单元格完整；无截断和过密行距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6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2800" b="1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复盘保留数字与口径，待核实原因单独标注</a:t>
            </a:r>
            <a:endParaRPr lang="zh-CN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408176"/>
            <a:ext cx="1118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5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高密度中文与英文混排 / 合成业务记录</a:t>
            </a:r>
            <a:endParaRPr lang="zh-CN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091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0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合成评测资料；中文、English、数字和单位混排</a:t>
            </a:r>
            <a:endParaRPr lang="zh-CN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97640" y="64739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0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zh-CN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11186160" cy="4151376"/>
        </p:xfrm>
        <a:graphic>
          <a:graphicData uri="http://schemas.openxmlformats.org/drawingml/2006/table">
            <a:tbl>
              <a:tblPr/>
              <a:tblGrid>
                <a:gridCol w="2796540"/>
                <a:gridCol w="2796540"/>
                <a:gridCol w="2796540"/>
                <a:gridCol w="27965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维度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已知事实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口径与限制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下一步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7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Revenue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Q3收入1120万元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同比基期1000万元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核对收入确认范围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Collection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回款率86%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与90%目标差4个百分点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确认应收账龄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Delivery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3项中2项按期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样例台账，不作整体推断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核对验收进度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Data QA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空值不等于0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未经验证不补数字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保留缺失说明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Risk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原因暂未确认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现象不能直接归因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补充访谈与证据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Native editable PowerPoint</dc:subject>
  <dc:creator>ppt-generate</dc:creator>
  <cp:lastModifiedBy>ppt-generate</cp:lastModifiedBy>
  <cp:revision>1</cp:revision>
  <dcterms:created xsi:type="dcterms:W3CDTF">2026-09-08T07:34:06Z</dcterms:created>
  <dcterms:modified xsi:type="dcterms:W3CDTF">2026-09-08T07:34:06Z</dcterms:modified>
</cp:coreProperties>
</file>