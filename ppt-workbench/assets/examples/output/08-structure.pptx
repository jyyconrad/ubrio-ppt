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Synthetic input. Review: 语义是责任链，不宣称任意树图或复杂关系网已支持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6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2800" b="1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业务、分析与交付分工形成单向责任链</a:t>
            </a:r>
            <a:endParaRPr lang="zh-CN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408176"/>
            <a:ext cx="1118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500" dirty="0">
                <a:solidFill>
                  <a:srgbClr val="55616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职责关系 / 合成设计示例</a:t>
            </a:r>
            <a:endParaRPr lang="zh-CN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73952"/>
            <a:ext cx="1091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000" dirty="0">
                <a:solidFill>
                  <a:srgbClr val="55616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职责结构示例；不对应真实组织架构</a:t>
            </a:r>
            <a:endParaRPr lang="zh-CN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97640" y="64739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000" dirty="0">
                <a:solidFill>
                  <a:srgbClr val="55616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zh-CN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2103120"/>
            <a:ext cx="3497072" cy="4151376"/>
          </a:xfrm>
          <a:prstGeom prst="rect">
            <a:avLst/>
          </a:prstGeom>
          <a:solidFill>
            <a:srgbClr val="F1F5F4"/>
          </a:solidFill>
          <a:ln w="6350">
            <a:solidFill>
              <a:srgbClr val="F1F5F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9224" y="2286000"/>
            <a:ext cx="3204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2600" b="1" dirty="0">
                <a:solidFill>
                  <a:srgbClr val="007F7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01</a:t>
            </a:r>
            <a:endParaRPr lang="zh-CN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649224" y="3035808"/>
            <a:ext cx="3204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2000" b="1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业务定义</a:t>
            </a:r>
            <a:endParaRPr lang="zh-CN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49224" y="3931920"/>
            <a:ext cx="3204464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600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提供目标与材料，解释业务口径。</a:t>
            </a:r>
            <a:endParaRPr lang="zh-CN" sz="1600" dirty="0"/>
          </a:p>
        </p:txBody>
      </p:sp>
      <p:sp>
        <p:nvSpPr>
          <p:cNvPr id="11" name="Shape 8"/>
          <p:cNvSpPr/>
          <p:nvPr/>
        </p:nvSpPr>
        <p:spPr>
          <a:xfrm>
            <a:off x="4054856" y="4032504"/>
            <a:ext cx="237744" cy="292608"/>
          </a:xfrm>
          <a:prstGeom prst="chevron">
            <a:avLst/>
          </a:prstGeom>
          <a:solidFill>
            <a:srgbClr val="007F78"/>
          </a:solidFill>
          <a:ln w="12700">
            <a:solidFill>
              <a:srgbClr val="007F7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47464" y="2103120"/>
            <a:ext cx="3497072" cy="4151376"/>
          </a:xfrm>
          <a:prstGeom prst="rect">
            <a:avLst/>
          </a:prstGeom>
          <a:solidFill>
            <a:srgbClr val="F1F5F4"/>
          </a:solidFill>
          <a:ln w="6350">
            <a:solidFill>
              <a:srgbClr val="F1F5F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93768" y="2286000"/>
            <a:ext cx="3204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2600" b="1" dirty="0">
                <a:solidFill>
                  <a:srgbClr val="007F7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02</a:t>
            </a:r>
            <a:endParaRPr lang="zh-CN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4493768" y="3035808"/>
            <a:ext cx="3204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2000" b="1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内容分析</a:t>
            </a:r>
            <a:endParaRPr lang="zh-CN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4493768" y="3931920"/>
            <a:ext cx="3204464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600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核对证据，组织结论与支撑。</a:t>
            </a:r>
            <a:endParaRPr lang="zh-CN" sz="1600" dirty="0"/>
          </a:p>
        </p:txBody>
      </p:sp>
      <p:sp>
        <p:nvSpPr>
          <p:cNvPr id="16" name="Shape 13"/>
          <p:cNvSpPr/>
          <p:nvPr/>
        </p:nvSpPr>
        <p:spPr>
          <a:xfrm>
            <a:off x="7899400" y="4032504"/>
            <a:ext cx="237744" cy="292608"/>
          </a:xfrm>
          <a:prstGeom prst="chevron">
            <a:avLst/>
          </a:prstGeom>
          <a:solidFill>
            <a:srgbClr val="007F78"/>
          </a:solidFill>
          <a:ln w="12700">
            <a:solidFill>
              <a:srgbClr val="007F7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92008" y="2103120"/>
            <a:ext cx="3497072" cy="4151376"/>
          </a:xfrm>
          <a:prstGeom prst="rect">
            <a:avLst/>
          </a:prstGeom>
          <a:solidFill>
            <a:srgbClr val="F1F5F4"/>
          </a:solidFill>
          <a:ln w="6350">
            <a:solidFill>
              <a:srgbClr val="F1F5F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38312" y="2286000"/>
            <a:ext cx="3204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2600" b="1" dirty="0">
                <a:solidFill>
                  <a:srgbClr val="007F7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</a:t>
            </a:r>
            <a:endParaRPr lang="zh-CN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8338312" y="3035808"/>
            <a:ext cx="3204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2000" b="1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结果交付</a:t>
            </a:r>
            <a:endParaRPr lang="zh-CN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8338312" y="3931920"/>
            <a:ext cx="3204464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600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检查文件与编辑对象，说明限制。</a:t>
            </a:r>
            <a:endParaRPr lang="zh-CN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Native editable PowerPoint</dc:subject>
  <dc:creator>ppt-generate</dc:creator>
  <cp:lastModifiedBy>ppt-generate</cp:lastModifiedBy>
  <cp:revision>1</cp:revision>
  <dcterms:created xsi:type="dcterms:W3CDTF">2026-09-08T07:34:06Z</dcterms:created>
  <dcterms:modified xsi:type="dcterms:W3CDTF">2026-09-08T07:34:06Z</dcterms:modified>
</cp:coreProperties>
</file>