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input. Review: 封面文字、形状可编辑，主标题识别清晰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1186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800" b="1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三季度经营分析</a:t>
            </a:r>
            <a:endParaRPr lang="zh-CN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408176"/>
            <a:ext cx="1118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管理层讨论稿 / 合成数据</a:t>
            </a:r>
            <a:endParaRPr lang="zh-CN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73952"/>
            <a:ext cx="1091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合成测试资料；无真实公司、客户或商业承诺</a:t>
            </a:r>
            <a:endParaRPr lang="zh-CN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597640" y="64739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000" dirty="0">
                <a:solidFill>
                  <a:srgbClr val="556165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</a:t>
            </a:r>
            <a:endParaRPr lang="zh-CN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2103120"/>
            <a:ext cx="146304" cy="4151376"/>
          </a:xfrm>
          <a:prstGeom prst="rect">
            <a:avLst/>
          </a:prstGeom>
          <a:solidFill>
            <a:srgbClr val="007F78"/>
          </a:solidFill>
          <a:ln w="6350">
            <a:solidFill>
              <a:srgbClr val="007F7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2423160"/>
            <a:ext cx="1018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24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议题：增长质量与交付进展</a:t>
            </a:r>
            <a:endParaRPr lang="zh-CN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zh-CN" altLang="en-US" sz="24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讨论范围：收入、回款、项目状态</a:t>
            </a:r>
            <a:endParaRPr lang="zh-CN" sz="2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zh-CN" altLang="en-US" sz="2400" dirty="0">
                <a:solidFill>
                  <a:srgbClr val="20272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本材料仅用于技能制作与编辑验证</a:t>
            </a:r>
            <a:endParaRPr lang="zh-C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Native editable PowerPoint</dc:subject>
  <dc:creator>ppt-generate</dc:creator>
  <cp:lastModifiedBy>ppt-generate</cp:lastModifiedBy>
  <cp:revision>1</cp:revision>
  <dcterms:created xsi:type="dcterms:W3CDTF">2026-09-08T07:34:06Z</dcterms:created>
  <dcterms:modified xsi:type="dcterms:W3CDTF">2026-09-08T07:34:06Z</dcterms:modified>
</cp:coreProperties>
</file>