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wide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deck-framework-background-image" descr="destiny-cover-like-photo.png"/>
          <p:cNvPicPr>
            <a:picLocks noChangeAspect="1"/>
          </p:cNvPicPr>
          <p:nvPr/>
        </p:nvPicPr>
        <p:blipFill>
          <a:blip r:embed="rId2"/>
          <a:srcRect t="28989" b="2498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deck-framework-background-overlay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F14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6"/>
          <p:cNvGrpSpPr/>
          <p:nvPr/>
        </p:nvGrpSpPr>
        <p:grpSpPr>
          <a:xfrm>
            <a:off x="2444591" y="1962150"/>
            <a:ext cx="7302818" cy="2252662"/>
            <a:chOff x="2444591" y="1962150"/>
            <a:chExt cx="7302818" cy="2252662"/>
          </a:xfrm>
        </p:grpSpPr>
        <p:sp>
          <p:nvSpPr>
            <p:cNvPr id="2" name="Rectangle 2"/>
            <p:cNvSpPr/>
            <p:nvPr/>
          </p:nvSpPr>
          <p:spPr>
            <a:xfrm>
              <a:off x="5534025" y="1962150"/>
              <a:ext cx="1123950" cy="38100"/>
            </a:xfrm>
            <a:prstGeom prst="rect">
              <a:avLst/>
            </a:prstGeom>
            <a:solidFill>
              <a:srgbClr val="A1620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8676" y="223266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6C8B8"/>
                  </a:solidFill>
                  <a:latin typeface="Arial"/>
                  <a:ea typeface="PingFang SC"/>
                  <a:cs typeface="Arial"/>
                </a:rPr>
                <a:t>《命运》深度解析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690836" y="2692718"/>
              <a:ext cx="6810327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rgbClr val="FFFFFF"/>
                  </a:solidFill>
                  <a:latin typeface="Times New Roman"/>
                  <a:ea typeface="Songti SC"/>
                  <a:cs typeface="Times New Roman"/>
                </a:rPr>
                <a:t>我们终将生下自己的命运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444591" y="3879532"/>
              <a:ext cx="73028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5F1E8"/>
                  </a:solidFill>
                  <a:latin typeface="Times New Roman"/>
                  <a:ea typeface="Songti SC"/>
                  <a:cs typeface="Times New Roman"/>
                </a:rPr>
                <a:t>从文本、身体与时代里，读懂一个人如何被塑造，也如何反过来塑造自己。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