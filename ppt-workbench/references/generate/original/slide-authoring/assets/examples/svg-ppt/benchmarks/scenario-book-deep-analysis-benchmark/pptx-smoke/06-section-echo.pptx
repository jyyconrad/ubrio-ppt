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wide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F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deck-framework-background-image" descr="destiny-cover-like-photo.png"/>
          <p:cNvPicPr>
            <a:picLocks noChangeAspect="1"/>
          </p:cNvPicPr>
          <p:nvPr/>
        </p:nvPicPr>
        <p:blipFill>
          <a:blip r:embed="rId2"/>
          <a:srcRect t="28989" b="24989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8" name="deck-framework-background-overlay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0B0F14">
              <a:alpha val="52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6" name="Group 6"/>
          <p:cNvGrpSpPr/>
          <p:nvPr/>
        </p:nvGrpSpPr>
        <p:grpSpPr>
          <a:xfrm>
            <a:off x="2994660" y="1962150"/>
            <a:ext cx="6202680" cy="2252662"/>
            <a:chOff x="2994660" y="1962150"/>
            <a:chExt cx="6202680" cy="2252662"/>
          </a:xfrm>
        </p:grpSpPr>
        <p:sp>
          <p:nvSpPr>
            <p:cNvPr id="2" name="Rectangle 2"/>
            <p:cNvSpPr/>
            <p:nvPr/>
          </p:nvSpPr>
          <p:spPr>
            <a:xfrm>
              <a:off x="5534025" y="1962150"/>
              <a:ext cx="1123950" cy="38100"/>
            </a:xfrm>
            <a:prstGeom prst="rect">
              <a:avLst/>
            </a:prstGeom>
            <a:solidFill>
              <a:srgbClr val="A16207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5744718" y="22326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D6C8B8"/>
                  </a:solidFill>
                  <a:latin typeface="Arial"/>
                  <a:ea typeface="PingFang SC"/>
                  <a:cs typeface="Arial"/>
                </a:rPr>
                <a:t>第三部分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3299912" y="2692718"/>
              <a:ext cx="5592175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FFFFFF"/>
                  </a:solidFill>
                  <a:latin typeface="Times New Roman"/>
                  <a:ea typeface="Songti SC"/>
                  <a:cs typeface="Times New Roman"/>
                </a:rPr>
                <a:t>当命运回到我们身上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994660" y="3879532"/>
              <a:ext cx="62026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5F1E8"/>
                  </a:solidFill>
                  <a:latin typeface="Times New Roman"/>
                  <a:ea typeface="Songti SC"/>
                  <a:cs typeface="Times New Roman"/>
                </a:rPr>
                <a:t>章节过渡页不堆信息，只把下一段讲述的情绪和问题推到台前。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