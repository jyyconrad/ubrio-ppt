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deck-framework-background-image" descr="destiny-cover-like-photo.png"/>
          <p:cNvPicPr>
            <a:picLocks noChangeAspect="1"/>
          </p:cNvPicPr>
          <p:nvPr/>
        </p:nvPicPr>
        <p:blipFill>
          <a:blip r:embed="rId2"/>
          <a:srcRect t="28989" b="2498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9" name="deck-framework-background-overlay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F14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" name="Group 7"/>
          <p:cNvGrpSpPr/>
          <p:nvPr/>
        </p:nvGrpSpPr>
        <p:grpSpPr>
          <a:xfrm>
            <a:off x="858822" y="2038350"/>
            <a:ext cx="10474357" cy="3652838"/>
            <a:chOff x="858822" y="2038350"/>
            <a:chExt cx="10474357" cy="3652838"/>
          </a:xfrm>
        </p:grpSpPr>
        <p:sp>
          <p:nvSpPr>
            <p:cNvPr id="2" name="Rectangle 2"/>
            <p:cNvSpPr/>
            <p:nvPr/>
          </p:nvSpPr>
          <p:spPr>
            <a:xfrm>
              <a:off x="5705475" y="2038350"/>
              <a:ext cx="781050" cy="38100"/>
            </a:xfrm>
            <a:prstGeom prst="rect">
              <a:avLst/>
            </a:prstGeom>
            <a:solidFill>
              <a:srgbClr val="A1620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2739" y="23088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6C8B8"/>
                  </a:solidFill>
                  <a:latin typeface="Arial"/>
                  <a:ea typeface="PingFang SC"/>
                  <a:cs typeface="Arial"/>
                </a:rPr>
                <a:t>尾声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58822" y="2817495"/>
              <a:ext cx="10474357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FFFFF"/>
                  </a:solidFill>
                  <a:latin typeface="Times New Roman"/>
                  <a:ea typeface="Songti SC"/>
                  <a:cs typeface="Times New Roman"/>
                </a:rPr>
                <a:t>命运不是答案，是我们不断生下自己的过程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114550" y="3898582"/>
              <a:ext cx="79629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5F1E8"/>
                  </a:solidFill>
                  <a:latin typeface="Times New Roman"/>
                  <a:ea typeface="Songti SC"/>
                  <a:cs typeface="Times New Roman"/>
                </a:rPr>
                <a:t>把问题还给听众：当我们说命运时，究竟是在讲限制，还是在讲回应限制的方式？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58652" y="54168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6C8B8"/>
                  </a:solidFill>
                  <a:latin typeface="Times New Roman"/>
                  <a:ea typeface="Songti SC"/>
                  <a:cs typeface="Times New Roman"/>
                </a:rPr>
                <a:t>不是逃离命运，而是在命运中形成自己。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